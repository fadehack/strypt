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commentAuthors.xml" ContentType="application/vnd.openxmlformats-officedocument.presentationml.commentAuth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/>
</file>

<file path=ppt/commentAuthors.xml><?xml version="1.0" encoding="utf-8"?>
<p:cmAuthorLst xmlns:p="http://schemas.openxmlformats.org/presentationml/2006/main">
  <p:cmAuthor id="1" name="SYNTHETIC-PPTAUTHOR-0019" initials="SP" lastIdx="1"/>
</p:cmAuthorLst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SYNTHETIC-TITLE-0001</dc:title>
  <dc:creator>SYNTHETIC-CREATOR-0002</dc:creator>
  <cp:lastModifiedBy>SYNTHETIC-LASTMODIFIEDBY-0003</cp:lastModifiedBy>
  <cp:revision>SYNTHETIC-REVISION-0004</cp:revision>
  <dcterms:created>2021-03-04T05:06:07Z</dcterms:created>
  <dcterms:modified>2021-03-04T08:09:10Z</dcterms:modified>
  <cp:keywords>SYNTHETIC-KEYWORDS-0005</cp:keywords>
</cp:coreProperties>
</file>